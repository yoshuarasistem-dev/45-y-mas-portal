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4" autoAdjust="0"/>
    <p:restoredTop sz="94660"/>
  </p:normalViewPr>
  <p:slideViewPr>
    <p:cSldViewPr snapToGrid="0">
      <p:cViewPr varScale="1">
        <p:scale>
          <a:sx n="56" d="100"/>
          <a:sy n="56" d="100"/>
        </p:scale>
        <p:origin x="58" y="2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22E30E-53F5-DA13-3771-0F8BDF07E8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4B58812-B370-4B16-362B-997A4A8066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E1728E3-FE1B-5520-54E1-D1700D7E8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B3C70-9F29-41FF-B125-F728193F6343}" type="datetimeFigureOut">
              <a:rPr lang="es-MX" smtClean="0"/>
              <a:t>05/03/2026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1940E18-F923-20AA-207D-886850611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CA1AE0-77A9-B0C5-AC4F-B433A0C51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CDCE6-CFA2-4A2C-B5FC-AE81D664A71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86120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A347F2-4134-A494-352D-96EC1A6B6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15C2B6D-7831-74BA-4FAC-2C2F95411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4474657-4F12-C0F8-36C4-8DD2E547E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B3C70-9F29-41FF-B125-F728193F6343}" type="datetimeFigureOut">
              <a:rPr lang="es-MX" smtClean="0"/>
              <a:t>05/03/2026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CF50B6-6EBE-51A3-1E5C-C2147A65B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5BD35F7-2128-50F0-6545-3A937B600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CDCE6-CFA2-4A2C-B5FC-AE81D664A71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31227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1C91D0-6238-90EC-28D9-581BB5657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7AD09F5-CD07-1614-62BC-87608DAAB9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F89655E-2718-33DD-7DBE-6335CD0FE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B3C70-9F29-41FF-B125-F728193F6343}" type="datetimeFigureOut">
              <a:rPr lang="es-MX" smtClean="0"/>
              <a:t>05/03/2026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E5001D8-FE93-A18C-2E50-6AE06684F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6D5F83-2A9C-5FFB-389A-78E2B4B34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CDCE6-CFA2-4A2C-B5FC-AE81D664A71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26299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CE965B-1D0C-3009-25EB-06D05947F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F4DCE4-D292-5681-37BA-BE4AF9251C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5DAC679-4F5C-EFB5-C031-1B7B35E06D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8C66C45-8CE0-970A-A04C-F10514328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B3C70-9F29-41FF-B125-F728193F6343}" type="datetimeFigureOut">
              <a:rPr lang="es-MX" smtClean="0"/>
              <a:t>05/03/2026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7C855FA-1893-4DA5-4EC4-D682FCF12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EBA47CD-A883-FE67-D320-E22376209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CDCE6-CFA2-4A2C-B5FC-AE81D664A71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2170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7E9B0F-1FE6-EFA2-6D72-888AF629C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144739C-226B-E788-FD8C-845D4402E8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BCB2C39-4C88-CF0B-7D40-2EE578C1A3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6A8B6E3-76FD-780B-59BC-E528257FAB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7F1826E-6639-F5E3-369F-3353CD0803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C8E227A-7EA0-3CBC-02FC-AF373B15C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B3C70-9F29-41FF-B125-F728193F6343}" type="datetimeFigureOut">
              <a:rPr lang="es-MX" smtClean="0"/>
              <a:t>05/03/2026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24FA48C-BE00-93A8-0ACC-E726E814A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08FA1B5-76EF-B7B5-4ED1-D57226481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CDCE6-CFA2-4A2C-B5FC-AE81D664A71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24406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B59839-91D6-9439-8BB2-1E93F8564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44D10AF-70BF-8B51-5EE6-307970E65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B3C70-9F29-41FF-B125-F728193F6343}" type="datetimeFigureOut">
              <a:rPr lang="es-MX" smtClean="0"/>
              <a:t>05/03/2026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34E6AB2-03E4-AF05-8944-04F7E00EE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7B62867-CF17-C20A-DD86-5E986B839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CDCE6-CFA2-4A2C-B5FC-AE81D664A71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27870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6E98FEC-BAF7-D00A-31CC-D32E3C661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B3C70-9F29-41FF-B125-F728193F6343}" type="datetimeFigureOut">
              <a:rPr lang="es-MX" smtClean="0"/>
              <a:t>05/03/2026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510E7C5-D084-525D-00F0-99C393CC5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83A9ADE-1087-A1A1-3EC2-568721EAD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CDCE6-CFA2-4A2C-B5FC-AE81D664A71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38303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9531FA-D24F-3B18-3373-DE02E7FF0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6277B5-9925-5DD9-A59B-43B8A1C4A6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7F10DE7-A78E-C402-F0F9-CBAB1DF96A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A10FD48-7F08-4E03-87C6-F215D0379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B3C70-9F29-41FF-B125-F728193F6343}" type="datetimeFigureOut">
              <a:rPr lang="es-MX" smtClean="0"/>
              <a:t>05/03/2026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1A7D938-B0D2-35C8-AA89-88F42E6C1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F51518D-A023-C900-FFE6-8E8519358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CDCE6-CFA2-4A2C-B5FC-AE81D664A71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64622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BB046C-A79E-E23E-C4DA-627F2BEB6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707579F-7525-E108-4B92-FB8BA1FC99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F6711B1-53F2-FE4B-6E11-834A3B9924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CE68185-A276-D1A7-2D20-0CF1E95E2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B3C70-9F29-41FF-B125-F728193F6343}" type="datetimeFigureOut">
              <a:rPr lang="es-MX" smtClean="0"/>
              <a:t>05/03/2026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E7F805C-F4A9-A5C6-E324-3DCBD7DB9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529F2F4-4595-21A9-0D8B-ED1A94505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CDCE6-CFA2-4A2C-B5FC-AE81D664A71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38461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2CAA6B-029D-B06F-1B16-353F99515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8AF4964-6ED8-C0A6-C519-380656D0DD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7D099E5-0BC4-A632-2C7C-E76EAC75F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B3C70-9F29-41FF-B125-F728193F6343}" type="datetimeFigureOut">
              <a:rPr lang="es-MX" smtClean="0"/>
              <a:t>05/03/2026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F69A67E-318A-C567-DC72-BE28DAB97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81EE5AF-D558-DACE-0C0B-F6789C717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CDCE6-CFA2-4A2C-B5FC-AE81D664A71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53029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2959FA1-7FFA-A827-8FFF-75B52ED3AC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8D92598-E002-4496-13ED-3A3C2CFBE1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FBB0C02-7962-8372-8369-86652009D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B3C70-9F29-41FF-B125-F728193F6343}" type="datetimeFigureOut">
              <a:rPr lang="es-MX" smtClean="0"/>
              <a:t>05/03/2026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5FDC775-CF1A-C5AC-A146-0DA2FFC84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E6CF2F8-AC08-20A6-C36A-8C0F43D3E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CDCE6-CFA2-4A2C-B5FC-AE81D664A71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38911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9B579CB-F54D-B3A5-10F0-89B96CA14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CA75F96-825A-F589-A0C5-A457A6DC83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CDD5367-ADEC-187E-7E12-A474216340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AB3C70-9F29-41FF-B125-F728193F6343}" type="datetimeFigureOut">
              <a:rPr lang="es-MX" smtClean="0"/>
              <a:t>05/03/2026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EA1ADE5-C9FB-EC94-9704-2F65104598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E4B71C4-60C8-C151-F03E-E6217B1587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0CDCE6-CFA2-4A2C-B5FC-AE81D664A71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43531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12E5D23-8479-7C0C-CB5E-F51A622AD5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3169" y="2396805"/>
            <a:ext cx="3271075" cy="416127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C041B1C-75B1-CA0F-2C57-8484836F1D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016" y="1122363"/>
            <a:ext cx="7788022" cy="2548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89080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Joe Ramos</dc:creator>
  <cp:lastModifiedBy>Joe Ramos</cp:lastModifiedBy>
  <cp:revision>1</cp:revision>
  <dcterms:created xsi:type="dcterms:W3CDTF">2026-03-05T23:06:47Z</dcterms:created>
  <dcterms:modified xsi:type="dcterms:W3CDTF">2026-03-05T23:08:43Z</dcterms:modified>
</cp:coreProperties>
</file>