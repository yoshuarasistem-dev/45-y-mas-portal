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D28088-9C21-42DC-9016-65AC71E4E614}" v="23" dt="2026-03-05T23:05:42.4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8" autoAdjust="0"/>
    <p:restoredTop sz="94660"/>
  </p:normalViewPr>
  <p:slideViewPr>
    <p:cSldViewPr snapToGrid="0">
      <p:cViewPr varScale="1">
        <p:scale>
          <a:sx n="56" d="100"/>
          <a:sy n="56" d="100"/>
        </p:scale>
        <p:origin x="6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Ramos" userId="1ca35ff229055189" providerId="LiveId" clId="{5887D494-D2A3-4AF9-9FFA-421DEF9106C3}"/>
    <pc:docChg chg="custSel modSld">
      <pc:chgData name="Joe Ramos" userId="1ca35ff229055189" providerId="LiveId" clId="{5887D494-D2A3-4AF9-9FFA-421DEF9106C3}" dt="2026-03-05T23:05:42.449" v="25" actId="1076"/>
      <pc:docMkLst>
        <pc:docMk/>
      </pc:docMkLst>
      <pc:sldChg chg="addSp modSp">
        <pc:chgData name="Joe Ramos" userId="1ca35ff229055189" providerId="LiveId" clId="{5887D494-D2A3-4AF9-9FFA-421DEF9106C3}" dt="2026-03-05T23:05:42.449" v="25" actId="1076"/>
        <pc:sldMkLst>
          <pc:docMk/>
          <pc:sldMk cId="3387583295" sldId="256"/>
        </pc:sldMkLst>
        <pc:picChg chg="add mod">
          <ac:chgData name="Joe Ramos" userId="1ca35ff229055189" providerId="LiveId" clId="{5887D494-D2A3-4AF9-9FFA-421DEF9106C3}" dt="2026-03-05T23:05:42.449" v="25" actId="1076"/>
          <ac:picMkLst>
            <pc:docMk/>
            <pc:sldMk cId="3387583295" sldId="256"/>
            <ac:picMk id="2" creationId="{31B6AF00-F9A5-09A1-49A7-7C5561AB8538}"/>
          </ac:picMkLst>
        </pc:picChg>
        <pc:picChg chg="add mod">
          <ac:chgData name="Joe Ramos" userId="1ca35ff229055189" providerId="LiveId" clId="{5887D494-D2A3-4AF9-9FFA-421DEF9106C3}" dt="2026-03-05T23:05:02.897" v="20" actId="732"/>
          <ac:picMkLst>
            <pc:docMk/>
            <pc:sldMk cId="3387583295" sldId="256"/>
            <ac:picMk id="3" creationId="{ADE5F71A-BE89-E745-7368-B5B84D66ACDF}"/>
          </ac:picMkLst>
        </pc:picChg>
        <pc:picChg chg="mod">
          <ac:chgData name="Joe Ramos" userId="1ca35ff229055189" providerId="LiveId" clId="{5887D494-D2A3-4AF9-9FFA-421DEF9106C3}" dt="2026-03-05T23:02:37.288" v="4" actId="1076"/>
          <ac:picMkLst>
            <pc:docMk/>
            <pc:sldMk cId="3387583295" sldId="256"/>
            <ac:picMk id="1027" creationId="{0144F298-85B0-44E5-9317-41279D8CE19C}"/>
          </ac:picMkLst>
        </pc:picChg>
        <pc:picChg chg="mod">
          <ac:chgData name="Joe Ramos" userId="1ca35ff229055189" providerId="LiveId" clId="{5887D494-D2A3-4AF9-9FFA-421DEF9106C3}" dt="2026-03-05T23:02:42.584" v="5" actId="1076"/>
          <ac:picMkLst>
            <pc:docMk/>
            <pc:sldMk cId="3387583295" sldId="256"/>
            <ac:picMk id="1028" creationId="{91E89E00-43C5-4A42-9FB2-157D5CBDC2A7}"/>
          </ac:picMkLst>
        </pc:picChg>
        <pc:picChg chg="mod">
          <ac:chgData name="Joe Ramos" userId="1ca35ff229055189" providerId="LiveId" clId="{5887D494-D2A3-4AF9-9FFA-421DEF9106C3}" dt="2026-03-05T23:03:17.711" v="12" actId="1038"/>
          <ac:picMkLst>
            <pc:docMk/>
            <pc:sldMk cId="3387583295" sldId="256"/>
            <ac:picMk id="1029" creationId="{5AF23BD3-8DE6-4F26-9FBA-CEE018CA3A4C}"/>
          </ac:picMkLst>
        </pc:picChg>
        <pc:picChg chg="mod">
          <ac:chgData name="Joe Ramos" userId="1ca35ff229055189" providerId="LiveId" clId="{5887D494-D2A3-4AF9-9FFA-421DEF9106C3}" dt="2026-03-05T23:02:48.320" v="7" actId="1076"/>
          <ac:picMkLst>
            <pc:docMk/>
            <pc:sldMk cId="3387583295" sldId="256"/>
            <ac:picMk id="1030" creationId="{FE4F3BD6-45F9-4FA4-AB6C-BCA8AE408943}"/>
          </ac:picMkLst>
        </pc:picChg>
      </pc:sldChg>
      <pc:sldChg chg="delSp modSp mod">
        <pc:chgData name="Joe Ramos" userId="1ca35ff229055189" providerId="LiveId" clId="{5887D494-D2A3-4AF9-9FFA-421DEF9106C3}" dt="2026-03-05T23:02:21.309" v="2" actId="1076"/>
        <pc:sldMkLst>
          <pc:docMk/>
          <pc:sldMk cId="924877770" sldId="257"/>
        </pc:sldMkLst>
        <pc:spChg chg="del">
          <ac:chgData name="Joe Ramos" userId="1ca35ff229055189" providerId="LiveId" clId="{5887D494-D2A3-4AF9-9FFA-421DEF9106C3}" dt="2026-03-05T23:02:18.115" v="1" actId="478"/>
          <ac:spMkLst>
            <pc:docMk/>
            <pc:sldMk cId="924877770" sldId="257"/>
            <ac:spMk id="3" creationId="{0F87802F-3E04-57DC-B69A-54CA89483EE9}"/>
          </ac:spMkLst>
        </pc:spChg>
        <pc:picChg chg="del">
          <ac:chgData name="Joe Ramos" userId="1ca35ff229055189" providerId="LiveId" clId="{5887D494-D2A3-4AF9-9FFA-421DEF9106C3}" dt="2026-03-05T23:02:12.603" v="0" actId="478"/>
          <ac:picMkLst>
            <pc:docMk/>
            <pc:sldMk cId="924877770" sldId="257"/>
            <ac:picMk id="2" creationId="{B9A8820D-5FC5-4210-5FF5-3353F1EEC927}"/>
          </ac:picMkLst>
        </pc:picChg>
        <pc:picChg chg="mod">
          <ac:chgData name="Joe Ramos" userId="1ca35ff229055189" providerId="LiveId" clId="{5887D494-D2A3-4AF9-9FFA-421DEF9106C3}" dt="2026-03-05T23:02:21.309" v="2" actId="1076"/>
          <ac:picMkLst>
            <pc:docMk/>
            <pc:sldMk cId="924877770" sldId="257"/>
            <ac:picMk id="5" creationId="{16937B7C-32D8-01BD-7749-794B1ED69B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CB550-7753-4D74-A9B1-17351A47F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E49365-24F8-48DA-84E8-2D170E1EC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1349D2-57E9-48D4-A866-3263749B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DA6DD3-BC4D-43DD-8E95-E0C9DD01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10D8A7-C47D-43DF-9F80-DB196F35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172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0FE82-164E-4E41-B7A5-A734BEBAD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316E4-2072-4B0B-A5A1-984B0544C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119E7C-D857-40D5-918D-C86FDD10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93175D-DEB2-481E-BF57-AAF3DA40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24407-289D-4B44-8232-7E338C7BD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931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885D-E5A0-4FA8-86C5-00747AD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ABF6AD-0C48-4DF7-B248-C0846B1EF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A25D51-96FE-4FA2-A037-1F7196C2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EF22EF-CD9A-40EA-9D8E-05730A82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4A5E55-6DE0-4D1C-84FB-B8569DB9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546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2DE57-8F64-41E4-813C-184BF882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7382A0-8602-485A-AFF5-D8BCAC985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0E4037-4758-4947-B166-73784EB4A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06ECB8-5466-4CCC-8ED5-5AD83EF78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4404AF-1A1D-469A-9E4E-3F5D982E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526224D-8338-471E-A0F7-E041D99B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469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8C5B4-A822-4C57-B020-8A4E236F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6C1B53-A136-4178-A13C-E18D6A5AB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89586F-3AD4-4E9B-A6F6-2F72AF9B0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401332C-CF1B-42D7-B761-61D1F56EF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667C88C-1C86-40D5-9B83-2C97C4E20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D15D21-9682-454F-8DA7-9CB34698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EBD652B-A4A0-4C25-B03B-E2D3909B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AB7D0A7-971A-449E-BCF6-860E4E658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772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D29CF0-7632-4824-B90B-BFB1D3B0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891D37-60DA-46C8-B833-19C1FE1D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22A479-74C9-48A7-9651-BA33B5ECC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232D8A-1FC3-4C02-828D-6FE72A3F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223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EB1E43-9219-452E-AEF7-736982822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D313D24-9F82-4349-98A5-48404DF81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AA46A5-6845-41EF-9A6F-75CD900D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668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E6B94-BB85-4D4F-8D20-59723C0B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479775-31E8-4FB5-86E0-737EAE436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23C5F5-0943-4480-A4DD-D0FB0C2A1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77A602-6815-467A-ADD7-16BD7F671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736254-8469-4839-BDAD-52B661D7C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5B6BEA-1A67-4C5F-B730-1FC8352A8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36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055C1-D49F-4E22-9676-C1A98136B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87CDDB-EE52-4589-BCF6-FACFCB57B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2944AE-49CC-4147-821E-4800BA027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21E30-CBEE-4A99-815A-752164445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0EFA10-FBF8-46ED-9145-8E7886C9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40DA50-9D62-45B8-8DDB-8AF02E6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586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D6E0D1-60EE-4020-9C35-8F2E42E21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63C1298-F545-42A8-9473-59DFB3A8C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9CCBBF-C00A-4411-ACF8-3908E963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4AA731-96D7-4278-AAF6-C70AAFA0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9AA8F5-9E33-406F-8FA2-954BCEC5B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465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0E1813-F339-45A4-A62A-13D4DAADD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DFC4DD-86D5-4965-8F26-96809A62E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93F5A4-9A6F-4331-AA30-0AEFB134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442B8B-8390-4654-8738-0A4742D6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6E4062-8C22-4793-8412-71A0F8BA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76383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2DF3F9-B229-410C-AA2E-A66337DE7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04095B-491D-40CC-8B83-1B7339B75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D35F67-62B0-498C-9E43-CE2D50915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A5043-A4AC-40E9-9F90-BF890CEF9EB8}" type="datetimeFigureOut">
              <a:rPr lang="es-MX" smtClean="0"/>
              <a:t>03/08/2026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7AEB5-2C8F-47E3-928F-EFE6E3387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E6B74E-CF44-4CBD-B66F-AF8F96504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B8816-65EA-40A2-8026-16F56EE172E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23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>
            <a:extLst>
              <a:ext uri="{FF2B5EF4-FFF2-40B4-BE49-F238E27FC236}">
                <a16:creationId xmlns:a16="http://schemas.microsoft.com/office/drawing/2014/main" id="{0144F298-85B0-44E5-9317-41279D8CE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07" r="32039" b="-7629"/>
          <a:stretch>
            <a:fillRect/>
          </a:stretch>
        </p:blipFill>
        <p:spPr bwMode="auto">
          <a:xfrm>
            <a:off x="456623" y="0"/>
            <a:ext cx="3743745" cy="261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1E89E00-43C5-4A42-9FB2-157D5CBDC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" r="76581"/>
          <a:stretch>
            <a:fillRect/>
          </a:stretch>
        </p:blipFill>
        <p:spPr bwMode="auto">
          <a:xfrm>
            <a:off x="207232" y="2558256"/>
            <a:ext cx="3853635" cy="2128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5AF23BD3-8DE6-4F26-9FBA-CEE018CA3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79" r="5691" b="862"/>
          <a:stretch>
            <a:fillRect/>
          </a:stretch>
        </p:blipFill>
        <p:spPr bwMode="auto">
          <a:xfrm>
            <a:off x="5320957" y="588877"/>
            <a:ext cx="1892300" cy="2408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E4F3BD6-45F9-4FA4-AB6C-BCA8AE408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374" y="4687093"/>
            <a:ext cx="1618242" cy="161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2" name="Picture 5">
            <a:extLst>
              <a:ext uri="{FF2B5EF4-FFF2-40B4-BE49-F238E27FC236}">
                <a16:creationId xmlns:a16="http://schemas.microsoft.com/office/drawing/2014/main" id="{31B6AF00-F9A5-09A1-49A7-7C5561AB85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79" t="63588" r="5691" b="6403"/>
          <a:stretch>
            <a:fillRect/>
          </a:stretch>
        </p:blipFill>
        <p:spPr bwMode="auto">
          <a:xfrm>
            <a:off x="6920995" y="4041139"/>
            <a:ext cx="3751631" cy="1445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ADE5F71A-BE89-E745-7368-B5B84D66AC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79" r="5691" b="36251"/>
          <a:stretch>
            <a:fillRect/>
          </a:stretch>
        </p:blipFill>
        <p:spPr bwMode="auto">
          <a:xfrm>
            <a:off x="5637130" y="3838687"/>
            <a:ext cx="1892300" cy="1548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758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307F73A-597B-04E3-3D43-664ED4DBD2EA}"/>
              </a:ext>
            </a:extLst>
          </p:cNvPr>
          <p:cNvSpPr/>
          <p:nvPr/>
        </p:nvSpPr>
        <p:spPr>
          <a:xfrm>
            <a:off x="0" y="0"/>
            <a:ext cx="4242216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C0209E52-DADF-4508-568B-B47A1225C722}"/>
              </a:ext>
            </a:extLst>
          </p:cNvPr>
          <p:cNvSpPr/>
          <p:nvPr/>
        </p:nvSpPr>
        <p:spPr>
          <a:xfrm>
            <a:off x="689546" y="5321507"/>
            <a:ext cx="1066536" cy="1034323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16937B7C-32D8-01BD-7749-794B1ED69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7" t="11374" r="21403" b="10751"/>
          <a:stretch>
            <a:fillRect/>
          </a:stretch>
        </p:blipFill>
        <p:spPr>
          <a:xfrm>
            <a:off x="698666" y="615304"/>
            <a:ext cx="2844883" cy="380679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2E03D615-6B33-7995-98F0-D3C9B682A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17" y="5452056"/>
            <a:ext cx="740265" cy="738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34D382F-1A60-3860-1DBA-E066D3EE7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17" y="300879"/>
            <a:ext cx="7187738" cy="28401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3104AEC-3359-98B6-0757-24A3F77CE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313" y="4017818"/>
            <a:ext cx="7187738" cy="284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77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D0F3F-FD44-7F61-942F-DB4E34A58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03BFDA60-3E58-8481-0531-EAFA809D8AFF}"/>
              </a:ext>
            </a:extLst>
          </p:cNvPr>
          <p:cNvSpPr/>
          <p:nvPr/>
        </p:nvSpPr>
        <p:spPr>
          <a:xfrm>
            <a:off x="689546" y="5321507"/>
            <a:ext cx="1066536" cy="1034323"/>
          </a:xfrm>
          <a:prstGeom prst="ellipse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713DA34F-D17A-8E98-C9E2-BB07D9AC5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17" y="5452056"/>
            <a:ext cx="740265" cy="738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CCCC"/>
                  </a:outerShdw>
                </a:effectLst>
              </a14:hiddenEffects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50707D6-5EF8-F347-3E8C-7C1A50CD0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50"/>
          <a:stretch>
            <a:fillRect/>
          </a:stretch>
        </p:blipFill>
        <p:spPr>
          <a:xfrm>
            <a:off x="6201972" y="1503217"/>
            <a:ext cx="2389939" cy="284018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3633858-5BB7-3CAA-3B2A-79C49E2F5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4"/>
          <a:stretch>
            <a:fillRect/>
          </a:stretch>
        </p:blipFill>
        <p:spPr>
          <a:xfrm>
            <a:off x="6072997" y="3551991"/>
            <a:ext cx="3174522" cy="1888419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3E40C504-754F-E801-1A24-0E2FED7C6918}"/>
              </a:ext>
            </a:extLst>
          </p:cNvPr>
          <p:cNvSpPr/>
          <p:nvPr/>
        </p:nvSpPr>
        <p:spPr>
          <a:xfrm>
            <a:off x="5434642" y="1522691"/>
            <a:ext cx="3916391" cy="3929365"/>
          </a:xfrm>
          <a:prstGeom prst="ellipse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52200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Joe Ramos</cp:lastModifiedBy>
  <cp:revision>8</cp:revision>
  <dcterms:created xsi:type="dcterms:W3CDTF">2021-06-30T21:52:24Z</dcterms:created>
  <dcterms:modified xsi:type="dcterms:W3CDTF">2026-08-03T19:52:14Z</dcterms:modified>
</cp:coreProperties>
</file>